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6" r:id="rId8"/>
    <p:sldId id="267" r:id="rId9"/>
    <p:sldId id="261" r:id="rId10"/>
    <p:sldId id="273" r:id="rId11"/>
    <p:sldId id="264" r:id="rId12"/>
    <p:sldId id="275" r:id="rId13"/>
    <p:sldId id="274" r:id="rId14"/>
    <p:sldId id="265" r:id="rId15"/>
    <p:sldId id="262" r:id="rId16"/>
    <p:sldId id="268" r:id="rId17"/>
    <p:sldId id="270" r:id="rId18"/>
    <p:sldId id="271" r:id="rId19"/>
    <p:sldId id="272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94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089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9328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089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694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168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466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625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512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750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920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974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965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4093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04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6479DA-A27F-1E97-778E-348EF437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73" b="6157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A8AA765-4D71-0234-E645-4DD4C6FCE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hu-HU">
                <a:solidFill>
                  <a:srgbClr val="FFFFFF"/>
                </a:solidFill>
              </a:rPr>
              <a:t>Lakásfoglalás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311AA2B-2A2C-EEBF-26A3-2FC1C3802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Készítette:Illés Máté és Havasi Márk</a:t>
            </a:r>
          </a:p>
        </p:txBody>
      </p:sp>
    </p:spTree>
    <p:extLst>
      <p:ext uri="{BB962C8B-B14F-4D97-AF65-F5344CB8AC3E}">
        <p14:creationId xmlns:p14="http://schemas.microsoft.com/office/powerpoint/2010/main" val="4131674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139F08-E919-9024-22BB-BB7B454C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4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Célkitűzés és probléma: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3F8956-751D-5E59-BAD6-BEBE1FD68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Könnyíti a lakás keresést</a:t>
            </a:r>
          </a:p>
          <a:p>
            <a:r>
              <a:rPr lang="hu-HU" dirty="0"/>
              <a:t>Segít olcsóbb áron találni</a:t>
            </a:r>
          </a:p>
          <a:p>
            <a:r>
              <a:rPr lang="hu-HU" dirty="0"/>
              <a:t>Megbízható kínálat</a:t>
            </a:r>
          </a:p>
        </p:txBody>
      </p:sp>
    </p:spTree>
    <p:extLst>
      <p:ext uri="{BB962C8B-B14F-4D97-AF65-F5344CB8AC3E}">
        <p14:creationId xmlns:p14="http://schemas.microsoft.com/office/powerpoint/2010/main" val="368091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CC57EF5B-92B7-4D8A-82DE-4665F89A2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306" y="643464"/>
            <a:ext cx="10927614" cy="3599352"/>
          </a:xfrm>
          <a:prstGeom prst="roundRect">
            <a:avLst>
              <a:gd name="adj" fmla="val 3513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4AC0CC-D5D6-4673-B926-3E826AAA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F6A282D-54F8-4F82-8E6A-17C174AA3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rgbClr val="26262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CC7973C-9C83-467C-8997-F160C1AA1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3437AA1-6F72-4CDF-B5DF-55B57B283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120AB41-2367-4AD0-88C3-F1A14B43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SQL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F729CAE-0F4B-0063-5B96-83385F175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743" y="1618488"/>
            <a:ext cx="10460962" cy="164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4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32012F0-A79F-4166-AAFD-796C07F4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886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>
            <a:srgbClr val="FFFFFF"/>
          </a:solidFill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3" name="Kép 2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B47FF2A-E792-5598-6044-A0EA7B5C7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465" y="321733"/>
            <a:ext cx="7189070" cy="52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DD387B-E9FF-CE80-501D-0AED974B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Használt nyelvek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1771A8-9D3B-769A-0480-C1E72CF19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HTML</a:t>
            </a:r>
          </a:p>
          <a:p>
            <a:endParaRPr lang="hu-HU" dirty="0"/>
          </a:p>
          <a:p>
            <a:r>
              <a:rPr lang="hu-HU" dirty="0"/>
              <a:t>CSS</a:t>
            </a:r>
          </a:p>
          <a:p>
            <a:endParaRPr lang="hu-HU" dirty="0"/>
          </a:p>
          <a:p>
            <a:r>
              <a:rPr lang="hu-HU" dirty="0" err="1"/>
              <a:t>Javascript</a:t>
            </a:r>
            <a:endParaRPr lang="hu-HU"/>
          </a:p>
          <a:p>
            <a:endParaRPr lang="hu-HU" dirty="0"/>
          </a:p>
          <a:p>
            <a:r>
              <a:rPr lang="hu-HU" dirty="0"/>
              <a:t>C#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688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0313D7-0610-0701-07C5-4D506DF2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F67607-B899-2C7A-D33A-C5421D558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React</a:t>
            </a:r>
            <a:r>
              <a:rPr lang="hu-HU" dirty="0"/>
              <a:t>-ban készült</a:t>
            </a:r>
          </a:p>
          <a:p>
            <a:endParaRPr lang="hu-HU" dirty="0"/>
          </a:p>
          <a:p>
            <a:r>
              <a:rPr lang="hu-HU" dirty="0"/>
              <a:t>Bejelentkezési felületet is tartalmaz</a:t>
            </a:r>
          </a:p>
          <a:p>
            <a:endParaRPr lang="hu-HU" dirty="0"/>
          </a:p>
          <a:p>
            <a:r>
              <a:rPr lang="hu-HU" dirty="0"/>
              <a:t>Navigációs linkeket használ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178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32012F0-A79F-4166-AAFD-796C07F4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886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>
            <a:srgbClr val="FFFFFF"/>
          </a:solidFill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3" name="Kép 2" descr="A képen úszómedence, ég, üdülő, épület látható">
            <a:extLst>
              <a:ext uri="{FF2B5EF4-FFF2-40B4-BE49-F238E27FC236}">
                <a16:creationId xmlns:a16="http://schemas.microsoft.com/office/drawing/2014/main" id="{E5866496-587A-7D37-984F-A7DDB118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92" y="321733"/>
            <a:ext cx="11247415" cy="52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32012F0-A79F-4166-AAFD-796C07F4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886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>
            <a:srgbClr val="FFFFFF"/>
          </a:solidFill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3" name="Kép 2" descr="A képen szöveg, képernyőkép, Webhely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D5A85F6-47F1-F2B0-649F-975BC2E3F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58" y="321734"/>
            <a:ext cx="11068884" cy="513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CCAA20-95B0-315A-2125-0825091E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Asztali alkalmazás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530D04-18E7-A06E-5C70-AC383622E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Login felület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Lakások kezelése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Felhasználók kezelése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dirty="0"/>
              <a:t>Jogosultságok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4819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Betűtípus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D0933E4-01EE-E631-4BBE-886DE4AD6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59" y="2009670"/>
            <a:ext cx="10998306" cy="28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E7597382-59B5-427B-9E49-55383F0A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26471DC7-FA6E-40EF-A167-93BB0BCE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6"/>
            <a:ext cx="10905066" cy="4592561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szöveg, képernyőkép, szám, Betűtípus látható">
            <a:extLst>
              <a:ext uri="{FF2B5EF4-FFF2-40B4-BE49-F238E27FC236}">
                <a16:creationId xmlns:a16="http://schemas.microsoft.com/office/drawing/2014/main" id="{8F184EDA-F3CC-9FB6-6E83-F94171C6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682" y="873202"/>
            <a:ext cx="9184638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9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11655D-86DD-44E5-9999-B2135809D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11443580-A880-4C5F-9EB1-FC254EC65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E4F1580-1955-C007-DDDB-36D98CF00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14" y="5151992"/>
            <a:ext cx="10930487" cy="673446"/>
          </a:xfrm>
          <a:effectLst/>
        </p:spPr>
        <p:txBody>
          <a:bodyPr>
            <a:normAutofit/>
          </a:bodyPr>
          <a:lstStyle/>
          <a:p>
            <a:endParaRPr lang="hu-HU" sz="320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B49A2FE-126F-3A7A-6E5A-3FC331BF1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14" y="5825437"/>
            <a:ext cx="10930487" cy="469185"/>
          </a:xfrm>
        </p:spPr>
        <p:txBody>
          <a:bodyPr>
            <a:normAutofit/>
          </a:bodyPr>
          <a:lstStyle/>
          <a:p>
            <a:endParaRPr lang="hu-HU">
              <a:solidFill>
                <a:srgbClr val="FFFFFF"/>
              </a:solidFill>
            </a:endParaRPr>
          </a:p>
        </p:txBody>
      </p:sp>
      <p:pic>
        <p:nvPicPr>
          <p:cNvPr id="5" name="Kép 4" descr="A képen szöveg, képernyőkép, Betűtípus, so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6153555-514F-54AB-75A3-965FE030F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14" y="876333"/>
            <a:ext cx="11288972" cy="321735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52352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E75D15-CF17-4901-A858-1470ED65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4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F323B8-8C06-4F56-BB4B-B8857128A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94E8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artalom helye 4" descr="A képen szöveg, képernyőkép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1941F6D-BBF0-C4D5-D517-4BCB1BD19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398" y="786900"/>
            <a:ext cx="4531203" cy="528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2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E7597382-59B5-427B-9E49-55383F0A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26471DC7-FA6E-40EF-A167-93BB0BCE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6"/>
            <a:ext cx="10905066" cy="4592561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szöveg, képernyőkép, Betűtípus, szá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7180C70-4B94-F933-9B64-2E177FEA5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438" y="873202"/>
            <a:ext cx="3513125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0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91A714-6391-4FA7-B99E-4C8793DD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D49E0A-0898-B43B-05BA-FA9294E83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Összeköti az adatbázist az asztali alkalmazással</a:t>
            </a:r>
          </a:p>
          <a:p>
            <a:endParaRPr lang="hu-HU" dirty="0"/>
          </a:p>
          <a:p>
            <a:r>
              <a:rPr lang="hu-HU" dirty="0"/>
              <a:t>Jogosultságokat ad az ügyfélnek és a hirdetőknek </a:t>
            </a:r>
          </a:p>
        </p:txBody>
      </p:sp>
    </p:spTree>
    <p:extLst>
      <p:ext uri="{BB962C8B-B14F-4D97-AF65-F5344CB8AC3E}">
        <p14:creationId xmlns:p14="http://schemas.microsoft.com/office/powerpoint/2010/main" val="32604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004E336-8E93-46FD-A7CD-2D15E0109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886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solidFill>
            <a:srgbClr val="FFFFFF"/>
          </a:solidFill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3" name="Kép 2" descr="A képen szöveg, képernyőkép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DD2608C-AD71-118F-707D-A5E99630A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32" b="1"/>
          <a:stretch/>
        </p:blipFill>
        <p:spPr>
          <a:xfrm>
            <a:off x="318709" y="321733"/>
            <a:ext cx="11554582" cy="523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85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A6BC23-8EE2-AFD7-6EE9-DD083579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Trello</a:t>
            </a:r>
            <a:r>
              <a:rPr lang="hu-HU" dirty="0"/>
              <a:t> és </a:t>
            </a:r>
            <a:r>
              <a:rPr lang="hu-HU" dirty="0" err="1"/>
              <a:t>Github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CBFC5C-B442-B318-F6C9-1A4A969F1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Kapcsolat tartás</a:t>
            </a:r>
          </a:p>
          <a:p>
            <a:endParaRPr lang="hu-HU" dirty="0"/>
          </a:p>
          <a:p>
            <a:r>
              <a:rPr lang="hu-HU" dirty="0"/>
              <a:t>Project nyomon követés</a:t>
            </a:r>
          </a:p>
          <a:p>
            <a:endParaRPr lang="hu-HU" dirty="0"/>
          </a:p>
          <a:p>
            <a:r>
              <a:rPr lang="hu-HU" dirty="0"/>
              <a:t>Egyszerű használat</a:t>
            </a:r>
          </a:p>
        </p:txBody>
      </p:sp>
    </p:spTree>
    <p:extLst>
      <p:ext uri="{BB962C8B-B14F-4D97-AF65-F5344CB8AC3E}">
        <p14:creationId xmlns:p14="http://schemas.microsoft.com/office/powerpoint/2010/main" val="1316670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C79E6C0-C9EF-71B6-2040-98A62D8F3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0" r="7290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8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D260681-FA46-9F8A-AFFC-10A06EFF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6" r="1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63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F1CB5E-3806-0BE7-2CA1-858206F2B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16E0A94-F4F1-C08C-E479-ABA062EA06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7975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76</TotalTime>
  <Words>77</Words>
  <Application>Microsoft Office PowerPoint</Application>
  <PresentationFormat>Szélesvásznú</PresentationFormat>
  <Paragraphs>40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Century Gothic</vt:lpstr>
      <vt:lpstr>Dubai Medium</vt:lpstr>
      <vt:lpstr>Wingdings 2</vt:lpstr>
      <vt:lpstr>Jegyezhető</vt:lpstr>
      <vt:lpstr>Lakásfoglalás</vt:lpstr>
      <vt:lpstr>Célkitűzés és probléma:</vt:lpstr>
      <vt:lpstr>SQL</vt:lpstr>
      <vt:lpstr>PowerPoint-bemutató</vt:lpstr>
      <vt:lpstr>Használt nyelvek</vt:lpstr>
      <vt:lpstr>Frontend</vt:lpstr>
      <vt:lpstr>PowerPoint-bemutató</vt:lpstr>
      <vt:lpstr>PowerPoint-bemutató</vt:lpstr>
      <vt:lpstr>Asztali alkalmazás</vt:lpstr>
      <vt:lpstr>PowerPoint-bemutató</vt:lpstr>
      <vt:lpstr>PowerPoint-bemutató</vt:lpstr>
      <vt:lpstr>PowerPoint-bemutató</vt:lpstr>
      <vt:lpstr>PowerPoint-bemutató</vt:lpstr>
      <vt:lpstr>PowerPoint-bemutató</vt:lpstr>
      <vt:lpstr>Backend</vt:lpstr>
      <vt:lpstr>PowerPoint-bemutató</vt:lpstr>
      <vt:lpstr>Trello és Github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Bálint Varga</dc:creator>
  <cp:lastModifiedBy>Bálint Varga</cp:lastModifiedBy>
  <cp:revision>12</cp:revision>
  <dcterms:created xsi:type="dcterms:W3CDTF">2025-03-18T07:51:31Z</dcterms:created>
  <dcterms:modified xsi:type="dcterms:W3CDTF">2025-04-14T05:47:58Z</dcterms:modified>
</cp:coreProperties>
</file>